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81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77F4CD-98C0-0203-B131-C76B630AB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95CDEC1-EC88-2AF4-A6CE-36A28D2FA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2D7D4E-9ACB-842B-4EB1-92521FB8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3F5B-E8D6-411B-9A9A-0BF06BA5F6D6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8CE3A4-2F47-6B10-E577-F96F225F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41A094-D7E9-0F1E-2DE7-E58FFC08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CF029-E544-4566-B3B1-F10A70E37F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313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C27B4B-07DB-A58B-96EA-9E795705F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2EA615-B751-173F-72CB-F43204D8F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21E184-6823-44FA-C4AD-B38225CD6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3F5B-E8D6-411B-9A9A-0BF06BA5F6D6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B8443C-A80B-1636-46FE-4B5FDFEA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0FE7A2-09AC-6434-D491-7C3685DA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CF029-E544-4566-B3B1-F10A70E37F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809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1C0237-AD6F-5C3B-C7ED-B48FA63F8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C4FF4A-1EE4-5DC3-F59A-1F5086CD9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7804F8-9E0A-C74C-1CBC-EF2403453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3F5B-E8D6-411B-9A9A-0BF06BA5F6D6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B543E6-0904-39B7-35DC-6A5C18F7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8DB682-CC8B-7276-E327-D973896CD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CF029-E544-4566-B3B1-F10A70E37F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361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0A4FD2-1463-4D51-A961-A1505222C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E5BC09-AFCB-E4F4-CB85-1BB8AB3350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E0E08D8-5227-1E36-C4CE-DB7ED4F61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2FC16A-5B3B-A56D-48B6-A3B3CF9DD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3F5B-E8D6-411B-9A9A-0BF06BA5F6D6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47F32F-B220-24D0-27AC-24D1408DD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742975C-BA9C-9D55-3AE0-65D52649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CF029-E544-4566-B3B1-F10A70E37F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68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BF207B-2598-3592-9573-FA82169F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C0F662-44DF-A4F2-31E2-816F42208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B3A3A7B-78F1-C6AA-8E02-04E1E8766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3F0EB7E-3A11-4B47-4EA3-633F8336B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0C8E859-09B1-F1D8-B939-5F6AB6C79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48915A7-E759-B074-BCF6-53201B3C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3F5B-E8D6-411B-9A9A-0BF06BA5F6D6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227A831-F124-E965-88DF-494B84FC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93559B1-216D-DE39-6A1A-DB31362B0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CF029-E544-4566-B3B1-F10A70E37F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0856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2F30D2-E2C4-BA84-AACA-331FE847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47DDAD3-7661-8C7E-2098-8D9FDAF5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3F5B-E8D6-411B-9A9A-0BF06BA5F6D6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64C93AE-9EF5-AC57-3EBC-AA7A7AF3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E785F6E-9C69-85CC-889A-94E889C3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CF029-E544-4566-B3B1-F10A70E37F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133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AA0797B-4155-8663-86F8-AFF0CF4F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3F5B-E8D6-411B-9A9A-0BF06BA5F6D6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DCBDA24-3494-0FA7-5FC0-3707E2C99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2638EE-97E3-232E-97A0-C49F5068C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CF029-E544-4566-B3B1-F10A70E37F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5166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E7D80A-8EE5-94CA-B8C3-862235867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4FE26E-1332-26D1-A2F3-961F47089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1CB5F05-BA43-B92C-36E2-41349D603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530411-A127-5482-B3E2-54E7F0CB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3F5B-E8D6-411B-9A9A-0BF06BA5F6D6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774F25-4A67-D67D-151B-84FE98FB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CD0EF3-D3CA-8B71-D3A1-DD98A4CA9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CF029-E544-4566-B3B1-F10A70E37F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96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046DF-033D-A453-967B-8EF6245C7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6559C59-D921-59AA-332F-07DDBA2FB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58714C1-7248-0A99-82D1-8D6D509B4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D004791-F7F2-2B95-CF13-0115C838D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3F5B-E8D6-411B-9A9A-0BF06BA5F6D6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9B0B026-525B-0B1A-4CA4-0621C1E09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5A9224-922A-9738-F7E9-69CC4E2F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CF029-E544-4566-B3B1-F10A70E37F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09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F2858D-DCFC-1E43-ECA0-1D34575B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FE493B6-46ED-1E6A-6B75-D83A79521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28E926-847F-C958-52A9-87B9530ED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3F5B-E8D6-411B-9A9A-0BF06BA5F6D6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3ED2BE-BE67-6A58-C147-60388B155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773222-8D8A-0EFB-8B8A-90A18BFE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CF029-E544-4566-B3B1-F10A70E37F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87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D74AC2C-F0AC-9D43-D6D7-6D6702D78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3FC1B94-5DA2-CC28-7183-6F0076398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7E7B1B-903C-4A17-6EB9-4399E4D0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83F5B-E8D6-411B-9A9A-0BF06BA5F6D6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292970-D043-1D25-E7BE-9C374E31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26A1F6-7E7D-83D9-2003-A4A6A5A1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CF029-E544-4566-B3B1-F10A70E37F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642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006FA6A-425A-AB32-64AB-5E2308B85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1898D6-EE62-41FF-1F69-8EFFF806F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BA5F47-5E8C-3993-43ED-12517A657F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83F5B-E8D6-411B-9A9A-0BF06BA5F6D6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93C3CA-EFC5-EBFD-25BE-9F1B69B26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72DDC1-A4E3-C5DE-7F61-20CFDB564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CF029-E544-4566-B3B1-F10A70E37F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291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6.png"/><Relationship Id="rId4" Type="http://schemas.openxmlformats.org/officeDocument/2006/relationships/image" Target="../media/image18.png"/><Relationship Id="rId9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8.png"/><Relationship Id="rId7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34E3F3D-1D61-1B70-F384-30461D526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521" y="2328709"/>
            <a:ext cx="6858957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80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74BE0C5-7859-3369-3B2E-97980BA005AB}"/>
              </a:ext>
            </a:extLst>
          </p:cNvPr>
          <p:cNvSpPr/>
          <p:nvPr/>
        </p:nvSpPr>
        <p:spPr>
          <a:xfrm>
            <a:off x="1026262" y="1328130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E0F1168-D6A4-9478-0DDC-1B88C645A0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9813" b="53021"/>
          <a:stretch>
            <a:fillRect/>
          </a:stretch>
        </p:blipFill>
        <p:spPr>
          <a:xfrm>
            <a:off x="1545655" y="1328330"/>
            <a:ext cx="2212013" cy="32508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156DFB2-46D7-E82D-90BD-728F830D7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231" y="3021648"/>
            <a:ext cx="6345375" cy="202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56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B597A-9B05-6C55-F793-D05380B3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06B377F-8638-F4CE-CEBC-8370982E1D42}"/>
              </a:ext>
            </a:extLst>
          </p:cNvPr>
          <p:cNvSpPr/>
          <p:nvPr/>
        </p:nvSpPr>
        <p:spPr>
          <a:xfrm>
            <a:off x="436982" y="454370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7588F58A-DEAE-914A-9C1B-27A332F90FFE}"/>
              </a:ext>
            </a:extLst>
          </p:cNvPr>
          <p:cNvSpPr/>
          <p:nvPr/>
        </p:nvSpPr>
        <p:spPr>
          <a:xfrm>
            <a:off x="1264821" y="2814320"/>
            <a:ext cx="1595120" cy="614680"/>
          </a:xfrm>
          <a:prstGeom prst="ellipse">
            <a:avLst/>
          </a:prstGeom>
          <a:solidFill>
            <a:schemeClr val="tx1">
              <a:alpha val="46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96425D68-9447-C329-2C96-5157F404F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323" r="65905"/>
                    </a14:imgEffect>
                  </a14:imgLayer>
                </a14:imgProps>
              </a:ext>
            </a:extLst>
          </a:blip>
          <a:srcRect t="22293" r="26772" b="11762"/>
          <a:stretch>
            <a:fillRect/>
          </a:stretch>
        </p:blipFill>
        <p:spPr>
          <a:xfrm>
            <a:off x="911718" y="670560"/>
            <a:ext cx="2197894" cy="214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3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D1D0E-6BE7-3167-3EAD-E8196F5BC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85CFFE9-36A3-C481-C1E5-60DA5D96261C}"/>
              </a:ext>
            </a:extLst>
          </p:cNvPr>
          <p:cNvSpPr/>
          <p:nvPr/>
        </p:nvSpPr>
        <p:spPr>
          <a:xfrm>
            <a:off x="436982" y="454370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6CE8E70-030B-DBA2-7A8B-0A1AFC7FF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385" y="454770"/>
            <a:ext cx="157799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73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37D4F-DCBD-7126-C448-22F4B5253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295589D-BF3D-1CE8-B6BF-1E212D018953}"/>
              </a:ext>
            </a:extLst>
          </p:cNvPr>
          <p:cNvSpPr/>
          <p:nvPr/>
        </p:nvSpPr>
        <p:spPr>
          <a:xfrm>
            <a:off x="1871843" y="800866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7FA11D7-FAD6-6907-9E95-0BA4B122C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566" y="801066"/>
            <a:ext cx="154735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516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0FEB-8A8E-9D64-759F-7446EF8C2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B686A86-F604-B2CB-DDCF-3B8A2C935DEE}"/>
              </a:ext>
            </a:extLst>
          </p:cNvPr>
          <p:cNvSpPr/>
          <p:nvPr/>
        </p:nvSpPr>
        <p:spPr>
          <a:xfrm>
            <a:off x="550189" y="624133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7441F94-7F4C-5B0B-77CE-EDCE91CF2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912" y="624333"/>
            <a:ext cx="154735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F8A90B1-4AEF-E191-3938-D3D5097E6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844" y="1071042"/>
            <a:ext cx="1235168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A6411498-8277-4F30-3773-1A67FF5C9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846" y="1197769"/>
            <a:ext cx="140483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AB6D43F-1D1F-4374-7C5F-E31828514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100" y="1147762"/>
            <a:ext cx="2185298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408CFBCF-1B5F-8018-8EE5-6DAE4C1C2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738" y="1143000"/>
            <a:ext cx="190307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519FA02D-8F84-8F9E-7F6A-BC0D79993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463" y="1143000"/>
            <a:ext cx="1781168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09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46599-6A88-A13C-6410-F1995C3D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7E8BF2F-E979-9D17-3A69-BF88B17DF157}"/>
              </a:ext>
            </a:extLst>
          </p:cNvPr>
          <p:cNvSpPr/>
          <p:nvPr/>
        </p:nvSpPr>
        <p:spPr>
          <a:xfrm>
            <a:off x="433282" y="897654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70F066E7-D921-626C-5D19-4D1577257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844" y="1071042"/>
            <a:ext cx="1235168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7C0BF037-70DA-80E9-09D5-FAE578865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846" y="1197769"/>
            <a:ext cx="140483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F691D506-368A-A9DF-9D1A-B69896CB7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100" y="1147762"/>
            <a:ext cx="2185298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9823B5CA-5F82-F23F-A13E-46B6F344E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738" y="1143000"/>
            <a:ext cx="190307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E279052C-D4F7-4388-B794-6AD832EE6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098" y="897854"/>
            <a:ext cx="1781168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2245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52C0C-1744-96C2-5F67-4F78D723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9DDC7CE-C950-F48A-6E5B-8014D02ECEEA}"/>
              </a:ext>
            </a:extLst>
          </p:cNvPr>
          <p:cNvSpPr/>
          <p:nvPr/>
        </p:nvSpPr>
        <p:spPr>
          <a:xfrm>
            <a:off x="677686" y="920115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A32DDD2-7E6D-8529-61DD-BF2BFD8C6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844" y="1071042"/>
            <a:ext cx="1235168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EA3897FD-F4BE-8E57-63E0-CB609EF66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846" y="1197769"/>
            <a:ext cx="140483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148A5DC7-79E4-D672-FB23-2C95B465D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100" y="1147762"/>
            <a:ext cx="2185298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EDDEFF83-94B6-F433-236F-767DF8FAE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550" y="920315"/>
            <a:ext cx="190307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351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67FD3-B807-DE06-878C-9937F7E9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8AD798F-3DD4-FDFB-81F7-211A549C49C9}"/>
              </a:ext>
            </a:extLst>
          </p:cNvPr>
          <p:cNvSpPr/>
          <p:nvPr/>
        </p:nvSpPr>
        <p:spPr>
          <a:xfrm>
            <a:off x="413920" y="926581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FA83FEF2-5B97-DC23-7795-DE606543B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844" y="1071042"/>
            <a:ext cx="1235168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57700AD1-094E-5BDB-CA53-76670A377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846" y="1197769"/>
            <a:ext cx="140483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DD974664-747E-C15B-A322-DAA018A1F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671" y="926781"/>
            <a:ext cx="2185298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362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E252D-2B1E-DBB6-AB38-7D9243615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FE67C4-8FBB-8529-1B45-1ACAF301FAEB}"/>
              </a:ext>
            </a:extLst>
          </p:cNvPr>
          <p:cNvSpPr/>
          <p:nvPr/>
        </p:nvSpPr>
        <p:spPr>
          <a:xfrm>
            <a:off x="2190066" y="998611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5FA5AB1-BDF9-AC23-5F98-46D34CF7C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882" y="998811"/>
            <a:ext cx="1235168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CDC0DA19-8C6F-8FCA-BEB8-35158D1E4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846" y="1197769"/>
            <a:ext cx="140483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230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1CEF9-2878-97B7-AF99-A8023651F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19E808C-1D58-8FBC-A241-76C95513E307}"/>
              </a:ext>
            </a:extLst>
          </p:cNvPr>
          <p:cNvSpPr/>
          <p:nvPr/>
        </p:nvSpPr>
        <p:spPr>
          <a:xfrm>
            <a:off x="4545973" y="1097990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7EAC3A8-D32C-D3AD-E5FF-95F7A327F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956" y="1098190"/>
            <a:ext cx="140483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49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35552-C4D8-7FF2-17AE-0F3ECD0A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0BDBC4A-8453-6028-845C-0A1AAA1B369F}"/>
              </a:ext>
            </a:extLst>
          </p:cNvPr>
          <p:cNvSpPr/>
          <p:nvPr/>
        </p:nvSpPr>
        <p:spPr>
          <a:xfrm>
            <a:off x="6068332" y="638095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CCFDF9E-7C5C-EC74-E653-5F69E19B6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37" y="2374331"/>
            <a:ext cx="140483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 Purple Pikmin from Pikmin 4.">
            <a:extLst>
              <a:ext uri="{FF2B5EF4-FFF2-40B4-BE49-F238E27FC236}">
                <a16:creationId xmlns:a16="http://schemas.microsoft.com/office/drawing/2014/main" id="{287C8A06-1134-1A7B-9908-6AF5C0A66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332" y="638295"/>
            <a:ext cx="3250800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6565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3FB45-BE70-5730-AEFB-1256D8DE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9432B2C-D464-8803-E79A-5274A7E2F7C8}"/>
              </a:ext>
            </a:extLst>
          </p:cNvPr>
          <p:cNvSpPr/>
          <p:nvPr/>
        </p:nvSpPr>
        <p:spPr>
          <a:xfrm>
            <a:off x="531591" y="472570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172" name="Picture 4" descr="稀有咖啡杯 紅皮克敏">
            <a:extLst>
              <a:ext uri="{FF2B5EF4-FFF2-40B4-BE49-F238E27FC236}">
                <a16:creationId xmlns:a16="http://schemas.microsoft.com/office/drawing/2014/main" id="{497302DA-4288-11AB-8E7F-48A733FEC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63" y="472770"/>
            <a:ext cx="212385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稀有廚師帽 紅皮克敏">
            <a:extLst>
              <a:ext uri="{FF2B5EF4-FFF2-40B4-BE49-F238E27FC236}">
                <a16:creationId xmlns:a16="http://schemas.microsoft.com/office/drawing/2014/main" id="{F3FEEF94-E38B-447E-5C80-0209B71BB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2719388"/>
            <a:ext cx="600075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643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9899C-104A-2B7F-6D05-7AEE216A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614FB2E-6C99-B2EB-14D0-124CA862A15F}"/>
              </a:ext>
            </a:extLst>
          </p:cNvPr>
          <p:cNvSpPr/>
          <p:nvPr/>
        </p:nvSpPr>
        <p:spPr>
          <a:xfrm>
            <a:off x="531591" y="472570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172" name="Picture 4" descr="稀有咖啡杯 紅皮克敏">
            <a:extLst>
              <a:ext uri="{FF2B5EF4-FFF2-40B4-BE49-F238E27FC236}">
                <a16:creationId xmlns:a16="http://schemas.microsoft.com/office/drawing/2014/main" id="{F1B0259E-4D59-4A3D-79E6-596BCB03E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63" y="472770"/>
            <a:ext cx="212385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473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D5257-C803-2386-0350-2AAA9F84D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85B3626-1663-1F61-CE4F-EF02D4707133}"/>
              </a:ext>
            </a:extLst>
          </p:cNvPr>
          <p:cNvSpPr/>
          <p:nvPr/>
        </p:nvSpPr>
        <p:spPr>
          <a:xfrm>
            <a:off x="531591" y="472570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172" name="Picture 4" descr="稀有咖啡杯 紅皮克敏">
            <a:extLst>
              <a:ext uri="{FF2B5EF4-FFF2-40B4-BE49-F238E27FC236}">
                <a16:creationId xmlns:a16="http://schemas.microsoft.com/office/drawing/2014/main" id="{220BD989-10AD-3261-6DB7-77AA33901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63" y="472770"/>
            <a:ext cx="212385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稀有廚師帽 藍皮克敏">
            <a:extLst>
              <a:ext uri="{FF2B5EF4-FFF2-40B4-BE49-F238E27FC236}">
                <a16:creationId xmlns:a16="http://schemas.microsoft.com/office/drawing/2014/main" id="{A6940363-D09C-5654-83A1-7146F8435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488" y="2719388"/>
            <a:ext cx="581025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廚師帽 藍皮克敏">
            <a:extLst>
              <a:ext uri="{FF2B5EF4-FFF2-40B4-BE49-F238E27FC236}">
                <a16:creationId xmlns:a16="http://schemas.microsoft.com/office/drawing/2014/main" id="{D1D9B5CC-A768-8023-746C-9EA53B09E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963" y="2771776"/>
            <a:ext cx="581025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860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869DE-8A4A-9C54-31CB-1D74BFD3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77D15C1-8A97-CDEC-79F0-0A4C4BA64A09}"/>
              </a:ext>
            </a:extLst>
          </p:cNvPr>
          <p:cNvSpPr/>
          <p:nvPr/>
        </p:nvSpPr>
        <p:spPr>
          <a:xfrm>
            <a:off x="531591" y="472570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172" name="Picture 4" descr="稀有咖啡杯 紅皮克敏">
            <a:extLst>
              <a:ext uri="{FF2B5EF4-FFF2-40B4-BE49-F238E27FC236}">
                <a16:creationId xmlns:a16="http://schemas.microsoft.com/office/drawing/2014/main" id="{828FC30A-A3E2-8B1E-765C-0D556CA40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63" y="472770"/>
            <a:ext cx="212385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稀有廚師帽 藍皮克敏">
            <a:extLst>
              <a:ext uri="{FF2B5EF4-FFF2-40B4-BE49-F238E27FC236}">
                <a16:creationId xmlns:a16="http://schemas.microsoft.com/office/drawing/2014/main" id="{60723DE6-AAC4-96B4-48D7-4289FA78B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487" y="2719387"/>
            <a:ext cx="133086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 descr="稀有廚師帽 紫皮克敏">
            <a:extLst>
              <a:ext uri="{FF2B5EF4-FFF2-40B4-BE49-F238E27FC236}">
                <a16:creationId xmlns:a16="http://schemas.microsoft.com/office/drawing/2014/main" id="{A0A60588-309C-3466-616C-2106BADFB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843" y="4369594"/>
            <a:ext cx="1112690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稀有廚師帽 岩皮克敏">
            <a:extLst>
              <a:ext uri="{FF2B5EF4-FFF2-40B4-BE49-F238E27FC236}">
                <a16:creationId xmlns:a16="http://schemas.microsoft.com/office/drawing/2014/main" id="{5406C42A-C7AF-BDFB-C9C6-AA7C64C7A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2032883"/>
            <a:ext cx="169041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0" name="Picture 10" descr="稀有廚師帽 翼皮克敏">
            <a:extLst>
              <a:ext uri="{FF2B5EF4-FFF2-40B4-BE49-F238E27FC236}">
                <a16:creationId xmlns:a16="http://schemas.microsoft.com/office/drawing/2014/main" id="{7CAA784F-3E4F-5413-08BD-02EC32E0F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602" y="812006"/>
            <a:ext cx="136182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稀有廚師帽 黃皮克敏">
            <a:extLst>
              <a:ext uri="{FF2B5EF4-FFF2-40B4-BE49-F238E27FC236}">
                <a16:creationId xmlns:a16="http://schemas.microsoft.com/office/drawing/2014/main" id="{B0BCAB0A-5288-617F-2661-718EB0E87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333" y="4457701"/>
            <a:ext cx="1112690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稀有咖啡杯 黃皮克敏">
            <a:extLst>
              <a:ext uri="{FF2B5EF4-FFF2-40B4-BE49-F238E27FC236}">
                <a16:creationId xmlns:a16="http://schemas.microsoft.com/office/drawing/2014/main" id="{356AD5B8-9335-9A18-1146-12D837B3F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4781551"/>
            <a:ext cx="282678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4" name="Picture 14" descr="稀有咖啡杯 藍皮克敏">
            <a:extLst>
              <a:ext uri="{FF2B5EF4-FFF2-40B4-BE49-F238E27FC236}">
                <a16:creationId xmlns:a16="http://schemas.microsoft.com/office/drawing/2014/main" id="{30AF274E-CD63-4C8A-9DBA-5D7B58936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514" y="3005137"/>
            <a:ext cx="2731765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6" name="Picture 16" descr="稀有咖啡杯 紫皮克敏">
            <a:extLst>
              <a:ext uri="{FF2B5EF4-FFF2-40B4-BE49-F238E27FC236}">
                <a16:creationId xmlns:a16="http://schemas.microsoft.com/office/drawing/2014/main" id="{B1C1A7F7-72E1-C74F-DD43-C8E07CC8D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869" y="4448177"/>
            <a:ext cx="199382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8" name="Picture 18" descr="稀有咖啡杯 岩皮克敏">
            <a:extLst>
              <a:ext uri="{FF2B5EF4-FFF2-40B4-BE49-F238E27FC236}">
                <a16:creationId xmlns:a16="http://schemas.microsoft.com/office/drawing/2014/main" id="{3701317D-2CBC-F76E-41FF-3CF61607C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456" y="2000250"/>
            <a:ext cx="208051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0" name="Picture 20" descr="稀有咖啡杯 翼皮克敏">
            <a:extLst>
              <a:ext uri="{FF2B5EF4-FFF2-40B4-BE49-F238E27FC236}">
                <a16:creationId xmlns:a16="http://schemas.microsoft.com/office/drawing/2014/main" id="{BCD66833-FC32-9439-E5C5-7BC805FB0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394" y="954880"/>
            <a:ext cx="244421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2" name="Picture 22" descr="稀有廚師帽 冰皮克敏">
            <a:extLst>
              <a:ext uri="{FF2B5EF4-FFF2-40B4-BE49-F238E27FC236}">
                <a16:creationId xmlns:a16="http://schemas.microsoft.com/office/drawing/2014/main" id="{2AE2A8A4-74C4-D33E-2199-1C0CB4982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320" y="-123826"/>
            <a:ext cx="119536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8D67365F-B05E-6E01-5974-4101BC01A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189" y="250031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60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830E7-4FC7-993F-37EB-9E79AC612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A1F036-C339-5BD0-8228-6FC2AFA052DD}"/>
              </a:ext>
            </a:extLst>
          </p:cNvPr>
          <p:cNvSpPr/>
          <p:nvPr/>
        </p:nvSpPr>
        <p:spPr>
          <a:xfrm>
            <a:off x="709032" y="374650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338" name="Picture 2" descr="稀有廚師帽 藍皮克敏">
            <a:extLst>
              <a:ext uri="{FF2B5EF4-FFF2-40B4-BE49-F238E27FC236}">
                <a16:creationId xmlns:a16="http://schemas.microsoft.com/office/drawing/2014/main" id="{C4AD32B8-DA68-ACF8-C87A-2A4FAEDE4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487" y="2719387"/>
            <a:ext cx="133086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 descr="稀有廚師帽 紫皮克敏">
            <a:extLst>
              <a:ext uri="{FF2B5EF4-FFF2-40B4-BE49-F238E27FC236}">
                <a16:creationId xmlns:a16="http://schemas.microsoft.com/office/drawing/2014/main" id="{8544A571-B23E-4AEF-627E-0D571D53A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87" y="374850"/>
            <a:ext cx="1112690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稀有廚師帽 岩皮克敏">
            <a:extLst>
              <a:ext uri="{FF2B5EF4-FFF2-40B4-BE49-F238E27FC236}">
                <a16:creationId xmlns:a16="http://schemas.microsoft.com/office/drawing/2014/main" id="{20107129-BC79-8603-535C-E5D2F6393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2032883"/>
            <a:ext cx="169041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0" name="Picture 10" descr="稀有廚師帽 翼皮克敏">
            <a:extLst>
              <a:ext uri="{FF2B5EF4-FFF2-40B4-BE49-F238E27FC236}">
                <a16:creationId xmlns:a16="http://schemas.microsoft.com/office/drawing/2014/main" id="{1E0B2111-71FC-8035-4F6A-5093D6472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602" y="812006"/>
            <a:ext cx="136182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稀有廚師帽 黃皮克敏">
            <a:extLst>
              <a:ext uri="{FF2B5EF4-FFF2-40B4-BE49-F238E27FC236}">
                <a16:creationId xmlns:a16="http://schemas.microsoft.com/office/drawing/2014/main" id="{DC651925-4460-2EC7-2B9F-9B7899662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333" y="4457701"/>
            <a:ext cx="1112690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稀有咖啡杯 黃皮克敏">
            <a:extLst>
              <a:ext uri="{FF2B5EF4-FFF2-40B4-BE49-F238E27FC236}">
                <a16:creationId xmlns:a16="http://schemas.microsoft.com/office/drawing/2014/main" id="{4084D874-D997-E488-FF7A-A4B07C938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4781551"/>
            <a:ext cx="282678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4" name="Picture 14" descr="稀有咖啡杯 藍皮克敏">
            <a:extLst>
              <a:ext uri="{FF2B5EF4-FFF2-40B4-BE49-F238E27FC236}">
                <a16:creationId xmlns:a16="http://schemas.microsoft.com/office/drawing/2014/main" id="{D3C996F9-EB29-1F59-8960-CE60FFE13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514" y="3005137"/>
            <a:ext cx="2731765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6" name="Picture 16" descr="稀有咖啡杯 紫皮克敏">
            <a:extLst>
              <a:ext uri="{FF2B5EF4-FFF2-40B4-BE49-F238E27FC236}">
                <a16:creationId xmlns:a16="http://schemas.microsoft.com/office/drawing/2014/main" id="{39AFC728-FC10-1EF9-EFC4-20A88502E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869" y="4448177"/>
            <a:ext cx="199382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8" name="Picture 18" descr="稀有咖啡杯 岩皮克敏">
            <a:extLst>
              <a:ext uri="{FF2B5EF4-FFF2-40B4-BE49-F238E27FC236}">
                <a16:creationId xmlns:a16="http://schemas.microsoft.com/office/drawing/2014/main" id="{51F4A319-D983-5296-F31C-CA43901E7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456" y="2000250"/>
            <a:ext cx="208051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0" name="Picture 20" descr="稀有咖啡杯 翼皮克敏">
            <a:extLst>
              <a:ext uri="{FF2B5EF4-FFF2-40B4-BE49-F238E27FC236}">
                <a16:creationId xmlns:a16="http://schemas.microsoft.com/office/drawing/2014/main" id="{B3303B53-7406-9D37-A990-89608F886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394" y="954880"/>
            <a:ext cx="244421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2" name="Picture 22" descr="稀有廚師帽 冰皮克敏">
            <a:extLst>
              <a:ext uri="{FF2B5EF4-FFF2-40B4-BE49-F238E27FC236}">
                <a16:creationId xmlns:a16="http://schemas.microsoft.com/office/drawing/2014/main" id="{A4336402-9E36-AC6F-083B-61EB2C7A0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320" y="-123826"/>
            <a:ext cx="119536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7515BD40-70FB-6668-887E-866760835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189" y="250031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066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B1ACD-140B-400E-464E-8FBF2C15E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7F3C29C-46C8-597F-A5D3-6D7A6C0F7D12}"/>
              </a:ext>
            </a:extLst>
          </p:cNvPr>
          <p:cNvSpPr/>
          <p:nvPr/>
        </p:nvSpPr>
        <p:spPr>
          <a:xfrm>
            <a:off x="400891" y="525263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338" name="Picture 2" descr="稀有廚師帽 藍皮克敏">
            <a:extLst>
              <a:ext uri="{FF2B5EF4-FFF2-40B4-BE49-F238E27FC236}">
                <a16:creationId xmlns:a16="http://schemas.microsoft.com/office/drawing/2014/main" id="{585DB92F-EF87-BF8B-5CD8-DCF488B0B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487" y="2719387"/>
            <a:ext cx="133086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稀有廚師帽 岩皮克敏">
            <a:extLst>
              <a:ext uri="{FF2B5EF4-FFF2-40B4-BE49-F238E27FC236}">
                <a16:creationId xmlns:a16="http://schemas.microsoft.com/office/drawing/2014/main" id="{B7845D9D-0DB2-A430-AFD3-EB997E01D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2032883"/>
            <a:ext cx="169041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0" name="Picture 10" descr="稀有廚師帽 翼皮克敏">
            <a:extLst>
              <a:ext uri="{FF2B5EF4-FFF2-40B4-BE49-F238E27FC236}">
                <a16:creationId xmlns:a16="http://schemas.microsoft.com/office/drawing/2014/main" id="{5544F812-F6A4-7F12-0B9F-3B65ED954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602" y="812006"/>
            <a:ext cx="136182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稀有廚師帽 黃皮克敏">
            <a:extLst>
              <a:ext uri="{FF2B5EF4-FFF2-40B4-BE49-F238E27FC236}">
                <a16:creationId xmlns:a16="http://schemas.microsoft.com/office/drawing/2014/main" id="{4A2E6ADB-EF71-0F18-E9CC-A0DE95731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333" y="4457701"/>
            <a:ext cx="1112690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稀有咖啡杯 黃皮克敏">
            <a:extLst>
              <a:ext uri="{FF2B5EF4-FFF2-40B4-BE49-F238E27FC236}">
                <a16:creationId xmlns:a16="http://schemas.microsoft.com/office/drawing/2014/main" id="{0E112902-4EB0-61B2-B007-9779679AA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4781551"/>
            <a:ext cx="282678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4" name="Picture 14" descr="稀有咖啡杯 藍皮克敏">
            <a:extLst>
              <a:ext uri="{FF2B5EF4-FFF2-40B4-BE49-F238E27FC236}">
                <a16:creationId xmlns:a16="http://schemas.microsoft.com/office/drawing/2014/main" id="{A92584C7-9ABA-7BD5-1B44-F5933E400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514" y="3005137"/>
            <a:ext cx="2731765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6" name="Picture 16" descr="稀有咖啡杯 紫皮克敏">
            <a:extLst>
              <a:ext uri="{FF2B5EF4-FFF2-40B4-BE49-F238E27FC236}">
                <a16:creationId xmlns:a16="http://schemas.microsoft.com/office/drawing/2014/main" id="{F44C94FC-F2FD-1ACD-7E7D-E5D27E5CA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379" y="525463"/>
            <a:ext cx="199382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8" name="Picture 18" descr="稀有咖啡杯 岩皮克敏">
            <a:extLst>
              <a:ext uri="{FF2B5EF4-FFF2-40B4-BE49-F238E27FC236}">
                <a16:creationId xmlns:a16="http://schemas.microsoft.com/office/drawing/2014/main" id="{9A0DC4DE-4124-686F-5819-1F82A7766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456" y="2000250"/>
            <a:ext cx="208051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0" name="Picture 20" descr="稀有咖啡杯 翼皮克敏">
            <a:extLst>
              <a:ext uri="{FF2B5EF4-FFF2-40B4-BE49-F238E27FC236}">
                <a16:creationId xmlns:a16="http://schemas.microsoft.com/office/drawing/2014/main" id="{91CC75D0-C283-B567-335E-2D5C0FCE6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394" y="954880"/>
            <a:ext cx="244421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2" name="Picture 22" descr="稀有廚師帽 冰皮克敏">
            <a:extLst>
              <a:ext uri="{FF2B5EF4-FFF2-40B4-BE49-F238E27FC236}">
                <a16:creationId xmlns:a16="http://schemas.microsoft.com/office/drawing/2014/main" id="{13517233-0602-D33D-9396-517A873CA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320" y="-123826"/>
            <a:ext cx="119536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3763A148-E903-96E9-4F4F-3E8172030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189" y="250031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233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4AFBB-5F47-0B37-B869-E40818305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4694266-01C9-88B0-D1E3-B4D9F5659FFB}"/>
              </a:ext>
            </a:extLst>
          </p:cNvPr>
          <p:cNvSpPr/>
          <p:nvPr/>
        </p:nvSpPr>
        <p:spPr>
          <a:xfrm>
            <a:off x="675023" y="729157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338" name="Picture 2" descr="稀有廚師帽 藍皮克敏">
            <a:extLst>
              <a:ext uri="{FF2B5EF4-FFF2-40B4-BE49-F238E27FC236}">
                <a16:creationId xmlns:a16="http://schemas.microsoft.com/office/drawing/2014/main" id="{25FA6046-DB67-C0D2-D57F-FC97F60C9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487" y="2719387"/>
            <a:ext cx="133086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稀有廚師帽 岩皮克敏">
            <a:extLst>
              <a:ext uri="{FF2B5EF4-FFF2-40B4-BE49-F238E27FC236}">
                <a16:creationId xmlns:a16="http://schemas.microsoft.com/office/drawing/2014/main" id="{E61D7DFD-60A3-459B-FC6C-095B6B01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2032883"/>
            <a:ext cx="169041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0" name="Picture 10" descr="稀有廚師帽 翼皮克敏">
            <a:extLst>
              <a:ext uri="{FF2B5EF4-FFF2-40B4-BE49-F238E27FC236}">
                <a16:creationId xmlns:a16="http://schemas.microsoft.com/office/drawing/2014/main" id="{B9E7D6FC-AD46-BF99-4BD9-B69070D3A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602" y="812006"/>
            <a:ext cx="136182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稀有廚師帽 黃皮克敏">
            <a:extLst>
              <a:ext uri="{FF2B5EF4-FFF2-40B4-BE49-F238E27FC236}">
                <a16:creationId xmlns:a16="http://schemas.microsoft.com/office/drawing/2014/main" id="{EB506BCD-21A8-393F-2B45-6D36FE22B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333" y="4457701"/>
            <a:ext cx="1112690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稀有咖啡杯 黃皮克敏">
            <a:extLst>
              <a:ext uri="{FF2B5EF4-FFF2-40B4-BE49-F238E27FC236}">
                <a16:creationId xmlns:a16="http://schemas.microsoft.com/office/drawing/2014/main" id="{A631F5E3-BE42-4ABF-FA57-F05D1BFB7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4781551"/>
            <a:ext cx="282678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4" name="Picture 14" descr="稀有咖啡杯 藍皮克敏">
            <a:extLst>
              <a:ext uri="{FF2B5EF4-FFF2-40B4-BE49-F238E27FC236}">
                <a16:creationId xmlns:a16="http://schemas.microsoft.com/office/drawing/2014/main" id="{A2EA86D5-DC08-E910-DD5B-0C133C1D3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541" y="729357"/>
            <a:ext cx="2731765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8" name="Picture 18" descr="稀有咖啡杯 岩皮克敏">
            <a:extLst>
              <a:ext uri="{FF2B5EF4-FFF2-40B4-BE49-F238E27FC236}">
                <a16:creationId xmlns:a16="http://schemas.microsoft.com/office/drawing/2014/main" id="{5FC00833-5AC2-6E58-BAB6-08C65E145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456" y="2000250"/>
            <a:ext cx="208051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0" name="Picture 20" descr="稀有咖啡杯 翼皮克敏">
            <a:extLst>
              <a:ext uri="{FF2B5EF4-FFF2-40B4-BE49-F238E27FC236}">
                <a16:creationId xmlns:a16="http://schemas.microsoft.com/office/drawing/2014/main" id="{6F7558A5-4AC9-1040-C135-5A985AA7B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394" y="954880"/>
            <a:ext cx="244421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2" name="Picture 22" descr="稀有廚師帽 冰皮克敏">
            <a:extLst>
              <a:ext uri="{FF2B5EF4-FFF2-40B4-BE49-F238E27FC236}">
                <a16:creationId xmlns:a16="http://schemas.microsoft.com/office/drawing/2014/main" id="{72C6E630-99B0-1BDF-B4D7-10ECFBB02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320" y="-123826"/>
            <a:ext cx="119536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25F01FFD-24E8-655A-BC57-42BA188D2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189" y="250031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637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C3710-0994-4CB5-3F24-4EBEA2024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C485654-6053-95FD-03DA-5B3C2A0950BD}"/>
              </a:ext>
            </a:extLst>
          </p:cNvPr>
          <p:cNvSpPr/>
          <p:nvPr/>
        </p:nvSpPr>
        <p:spPr>
          <a:xfrm>
            <a:off x="175954" y="918761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338" name="Picture 2" descr="稀有廚師帽 藍皮克敏">
            <a:extLst>
              <a:ext uri="{FF2B5EF4-FFF2-40B4-BE49-F238E27FC236}">
                <a16:creationId xmlns:a16="http://schemas.microsoft.com/office/drawing/2014/main" id="{B257D901-435F-8E1D-7277-F72B8BF4C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922" y="918961"/>
            <a:ext cx="133086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稀有廚師帽 岩皮克敏">
            <a:extLst>
              <a:ext uri="{FF2B5EF4-FFF2-40B4-BE49-F238E27FC236}">
                <a16:creationId xmlns:a16="http://schemas.microsoft.com/office/drawing/2014/main" id="{B1479E3A-4A7C-447C-DACB-383E0CAAD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2032883"/>
            <a:ext cx="169041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0" name="Picture 10" descr="稀有廚師帽 翼皮克敏">
            <a:extLst>
              <a:ext uri="{FF2B5EF4-FFF2-40B4-BE49-F238E27FC236}">
                <a16:creationId xmlns:a16="http://schemas.microsoft.com/office/drawing/2014/main" id="{5B9EF923-5ACD-9EFA-5585-40D57329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602" y="812006"/>
            <a:ext cx="136182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稀有廚師帽 黃皮克敏">
            <a:extLst>
              <a:ext uri="{FF2B5EF4-FFF2-40B4-BE49-F238E27FC236}">
                <a16:creationId xmlns:a16="http://schemas.microsoft.com/office/drawing/2014/main" id="{D3B57B02-18C7-DAC5-842F-DD3C864B5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333" y="4457701"/>
            <a:ext cx="1112690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稀有咖啡杯 黃皮克敏">
            <a:extLst>
              <a:ext uri="{FF2B5EF4-FFF2-40B4-BE49-F238E27FC236}">
                <a16:creationId xmlns:a16="http://schemas.microsoft.com/office/drawing/2014/main" id="{952C777C-1951-91CB-B7C0-9386296F1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4781551"/>
            <a:ext cx="282678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8" name="Picture 18" descr="稀有咖啡杯 岩皮克敏">
            <a:extLst>
              <a:ext uri="{FF2B5EF4-FFF2-40B4-BE49-F238E27FC236}">
                <a16:creationId xmlns:a16="http://schemas.microsoft.com/office/drawing/2014/main" id="{A090E786-521C-35BD-0431-66369F149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456" y="2000250"/>
            <a:ext cx="208051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0" name="Picture 20" descr="稀有咖啡杯 翼皮克敏">
            <a:extLst>
              <a:ext uri="{FF2B5EF4-FFF2-40B4-BE49-F238E27FC236}">
                <a16:creationId xmlns:a16="http://schemas.microsoft.com/office/drawing/2014/main" id="{B438C942-C99E-36FB-6FD8-5F22A780A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394" y="954880"/>
            <a:ext cx="244421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2" name="Picture 22" descr="稀有廚師帽 冰皮克敏">
            <a:extLst>
              <a:ext uri="{FF2B5EF4-FFF2-40B4-BE49-F238E27FC236}">
                <a16:creationId xmlns:a16="http://schemas.microsoft.com/office/drawing/2014/main" id="{71AB7CE8-8447-6308-BC32-D13D8C484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320" y="-123826"/>
            <a:ext cx="119536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47B35071-7D33-B5FF-D6C3-C456ACFFF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189" y="250031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841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6FB6B-BCC9-36C8-27E5-90CF3E226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0CBFA37-6D46-6728-5725-E51A0B398D71}"/>
              </a:ext>
            </a:extLst>
          </p:cNvPr>
          <p:cNvSpPr/>
          <p:nvPr/>
        </p:nvSpPr>
        <p:spPr>
          <a:xfrm>
            <a:off x="680827" y="1029690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366" name="Picture 6" descr="稀有廚師帽 岩皮克敏">
            <a:extLst>
              <a:ext uri="{FF2B5EF4-FFF2-40B4-BE49-F238E27FC236}">
                <a16:creationId xmlns:a16="http://schemas.microsoft.com/office/drawing/2014/main" id="{278A5075-C8EA-F262-BBC9-858801139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2032883"/>
            <a:ext cx="169041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0" name="Picture 10" descr="稀有廚師帽 翼皮克敏">
            <a:extLst>
              <a:ext uri="{FF2B5EF4-FFF2-40B4-BE49-F238E27FC236}">
                <a16:creationId xmlns:a16="http://schemas.microsoft.com/office/drawing/2014/main" id="{82DBB675-B2B1-E1D9-7DC2-F27B9A6C6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316" y="1029890"/>
            <a:ext cx="136182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稀有廚師帽 黃皮克敏">
            <a:extLst>
              <a:ext uri="{FF2B5EF4-FFF2-40B4-BE49-F238E27FC236}">
                <a16:creationId xmlns:a16="http://schemas.microsoft.com/office/drawing/2014/main" id="{41E9300B-0917-4972-6646-B7DBE5FD5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333" y="4457701"/>
            <a:ext cx="1112690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稀有咖啡杯 黃皮克敏">
            <a:extLst>
              <a:ext uri="{FF2B5EF4-FFF2-40B4-BE49-F238E27FC236}">
                <a16:creationId xmlns:a16="http://schemas.microsoft.com/office/drawing/2014/main" id="{E3F858A0-8AA7-D9D7-4EC5-B5E88797E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4781551"/>
            <a:ext cx="282678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8" name="Picture 18" descr="稀有咖啡杯 岩皮克敏">
            <a:extLst>
              <a:ext uri="{FF2B5EF4-FFF2-40B4-BE49-F238E27FC236}">
                <a16:creationId xmlns:a16="http://schemas.microsoft.com/office/drawing/2014/main" id="{B79E6A80-0CDC-6379-CE7C-DBDB0B8AB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456" y="2000250"/>
            <a:ext cx="208051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0" name="Picture 20" descr="稀有咖啡杯 翼皮克敏">
            <a:extLst>
              <a:ext uri="{FF2B5EF4-FFF2-40B4-BE49-F238E27FC236}">
                <a16:creationId xmlns:a16="http://schemas.microsoft.com/office/drawing/2014/main" id="{EF2A188A-DC95-31F7-C13E-944C17AEF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394" y="954880"/>
            <a:ext cx="244421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2" name="Picture 22" descr="稀有廚師帽 冰皮克敏">
            <a:extLst>
              <a:ext uri="{FF2B5EF4-FFF2-40B4-BE49-F238E27FC236}">
                <a16:creationId xmlns:a16="http://schemas.microsoft.com/office/drawing/2014/main" id="{90AD14F1-D8E0-9EA9-92CB-4664643BC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320" y="-123826"/>
            <a:ext cx="119536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0E095DE0-858A-5954-20F1-178C9597C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189" y="250031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06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21437-5642-6DDC-1E9C-A4C44C5F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E34E0D7-45A7-C812-A8DB-48B4852C332E}"/>
              </a:ext>
            </a:extLst>
          </p:cNvPr>
          <p:cNvSpPr/>
          <p:nvPr/>
        </p:nvSpPr>
        <p:spPr>
          <a:xfrm>
            <a:off x="659014" y="827979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366" name="Picture 6" descr="稀有廚師帽 岩皮克敏">
            <a:extLst>
              <a:ext uri="{FF2B5EF4-FFF2-40B4-BE49-F238E27FC236}">
                <a16:creationId xmlns:a16="http://schemas.microsoft.com/office/drawing/2014/main" id="{44E32ACB-1F62-A30E-BBAC-811124A13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2032883"/>
            <a:ext cx="169041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稀有廚師帽 黃皮克敏">
            <a:extLst>
              <a:ext uri="{FF2B5EF4-FFF2-40B4-BE49-F238E27FC236}">
                <a16:creationId xmlns:a16="http://schemas.microsoft.com/office/drawing/2014/main" id="{E49CFC81-28C6-D93C-977D-2166B61B3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333" y="4457701"/>
            <a:ext cx="1112690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稀有咖啡杯 黃皮克敏">
            <a:extLst>
              <a:ext uri="{FF2B5EF4-FFF2-40B4-BE49-F238E27FC236}">
                <a16:creationId xmlns:a16="http://schemas.microsoft.com/office/drawing/2014/main" id="{376069AD-0A66-428B-3742-FB4460210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4781551"/>
            <a:ext cx="282678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8" name="Picture 18" descr="稀有咖啡杯 岩皮克敏">
            <a:extLst>
              <a:ext uri="{FF2B5EF4-FFF2-40B4-BE49-F238E27FC236}">
                <a16:creationId xmlns:a16="http://schemas.microsoft.com/office/drawing/2014/main" id="{6BDEE109-527A-F501-FD6D-CEC8986B2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456" y="2000250"/>
            <a:ext cx="208051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0" name="Picture 20" descr="稀有咖啡杯 翼皮克敏">
            <a:extLst>
              <a:ext uri="{FF2B5EF4-FFF2-40B4-BE49-F238E27FC236}">
                <a16:creationId xmlns:a16="http://schemas.microsoft.com/office/drawing/2014/main" id="{166882C6-84CD-B750-AD62-20456EBE1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309" y="828179"/>
            <a:ext cx="244421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2" name="Picture 22" descr="稀有廚師帽 冰皮克敏">
            <a:extLst>
              <a:ext uri="{FF2B5EF4-FFF2-40B4-BE49-F238E27FC236}">
                <a16:creationId xmlns:a16="http://schemas.microsoft.com/office/drawing/2014/main" id="{DE5CECEB-68E5-1174-7E31-FF8C93D9A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320" y="-123826"/>
            <a:ext cx="119536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7C96AC49-B5DF-6363-F4E5-4F3EA19A8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189" y="250031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075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54D09-E463-C961-AD2F-5D9D5639D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CC51F11-5EB8-74C1-2841-89411CAD0144}"/>
              </a:ext>
            </a:extLst>
          </p:cNvPr>
          <p:cNvSpPr/>
          <p:nvPr/>
        </p:nvSpPr>
        <p:spPr>
          <a:xfrm>
            <a:off x="659014" y="1028152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366" name="Picture 6" descr="稀有廚師帽 岩皮克敏">
            <a:extLst>
              <a:ext uri="{FF2B5EF4-FFF2-40B4-BE49-F238E27FC236}">
                <a16:creationId xmlns:a16="http://schemas.microsoft.com/office/drawing/2014/main" id="{9A68BD17-C725-4F51-EAEC-84267DD6F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2032883"/>
            <a:ext cx="169041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稀有廚師帽 黃皮克敏">
            <a:extLst>
              <a:ext uri="{FF2B5EF4-FFF2-40B4-BE49-F238E27FC236}">
                <a16:creationId xmlns:a16="http://schemas.microsoft.com/office/drawing/2014/main" id="{93E70E8A-C85B-6A08-F5E5-216AA5716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069" y="1028352"/>
            <a:ext cx="1112690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稀有咖啡杯 黃皮克敏">
            <a:extLst>
              <a:ext uri="{FF2B5EF4-FFF2-40B4-BE49-F238E27FC236}">
                <a16:creationId xmlns:a16="http://schemas.microsoft.com/office/drawing/2014/main" id="{1C1065D3-BFE8-666C-172D-AE8CD3B99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4781551"/>
            <a:ext cx="282678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8" name="Picture 18" descr="稀有咖啡杯 岩皮克敏">
            <a:extLst>
              <a:ext uri="{FF2B5EF4-FFF2-40B4-BE49-F238E27FC236}">
                <a16:creationId xmlns:a16="http://schemas.microsoft.com/office/drawing/2014/main" id="{A948E067-8A1D-9818-C9C1-F4AFC64AD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456" y="2000250"/>
            <a:ext cx="208051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2" name="Picture 22" descr="稀有廚師帽 冰皮克敏">
            <a:extLst>
              <a:ext uri="{FF2B5EF4-FFF2-40B4-BE49-F238E27FC236}">
                <a16:creationId xmlns:a16="http://schemas.microsoft.com/office/drawing/2014/main" id="{5005FA66-C4B8-58A5-87B5-3583E994C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320" y="-123826"/>
            <a:ext cx="119536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CD5F05F0-631B-54D0-7472-17A0083FF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189" y="250031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995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F4390-3F4F-BE66-9762-8011B8494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913A475-1E3B-3BAD-8E79-4C95883D6116}"/>
              </a:ext>
            </a:extLst>
          </p:cNvPr>
          <p:cNvSpPr/>
          <p:nvPr/>
        </p:nvSpPr>
        <p:spPr>
          <a:xfrm>
            <a:off x="659014" y="972467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366" name="Picture 6" descr="稀有廚師帽 岩皮克敏">
            <a:extLst>
              <a:ext uri="{FF2B5EF4-FFF2-40B4-BE49-F238E27FC236}">
                <a16:creationId xmlns:a16="http://schemas.microsoft.com/office/drawing/2014/main" id="{4FC66F11-8105-D6A3-6FA3-04DB65EFA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275" y="2032883"/>
            <a:ext cx="169041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稀有咖啡杯 黃皮克敏">
            <a:extLst>
              <a:ext uri="{FF2B5EF4-FFF2-40B4-BE49-F238E27FC236}">
                <a16:creationId xmlns:a16="http://schemas.microsoft.com/office/drawing/2014/main" id="{038EF279-F5D3-6BA6-094B-76559829F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23" y="972667"/>
            <a:ext cx="2826783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8" name="Picture 18" descr="稀有咖啡杯 岩皮克敏">
            <a:extLst>
              <a:ext uri="{FF2B5EF4-FFF2-40B4-BE49-F238E27FC236}">
                <a16:creationId xmlns:a16="http://schemas.microsoft.com/office/drawing/2014/main" id="{26CC975D-FBE5-8B83-DD06-32020BA42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456" y="2000250"/>
            <a:ext cx="208051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2" name="Picture 22" descr="稀有廚師帽 冰皮克敏">
            <a:extLst>
              <a:ext uri="{FF2B5EF4-FFF2-40B4-BE49-F238E27FC236}">
                <a16:creationId xmlns:a16="http://schemas.microsoft.com/office/drawing/2014/main" id="{2920EE25-F694-84CF-703A-A30C15515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320" y="-123826"/>
            <a:ext cx="119536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A3748B00-1457-579C-EFFA-B3211CC70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189" y="250031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017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FFD3B-20C9-45FF-4B80-21889EF9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118D18B-0C2E-5C05-45D8-C0E98B866912}"/>
              </a:ext>
            </a:extLst>
          </p:cNvPr>
          <p:cNvSpPr/>
          <p:nvPr/>
        </p:nvSpPr>
        <p:spPr>
          <a:xfrm>
            <a:off x="659014" y="1191241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366" name="Picture 6" descr="稀有廚師帽 岩皮克敏">
            <a:extLst>
              <a:ext uri="{FF2B5EF4-FFF2-40B4-BE49-F238E27FC236}">
                <a16:creationId xmlns:a16="http://schemas.microsoft.com/office/drawing/2014/main" id="{0ED0D43F-028D-CBD0-75F9-E43AE122B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206" y="1191441"/>
            <a:ext cx="1690416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8" name="Picture 18" descr="稀有咖啡杯 岩皮克敏">
            <a:extLst>
              <a:ext uri="{FF2B5EF4-FFF2-40B4-BE49-F238E27FC236}">
                <a16:creationId xmlns:a16="http://schemas.microsoft.com/office/drawing/2014/main" id="{58049A15-9705-0864-2645-22B2E3746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456" y="2000250"/>
            <a:ext cx="208051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2" name="Picture 22" descr="稀有廚師帽 冰皮克敏">
            <a:extLst>
              <a:ext uri="{FF2B5EF4-FFF2-40B4-BE49-F238E27FC236}">
                <a16:creationId xmlns:a16="http://schemas.microsoft.com/office/drawing/2014/main" id="{7E2D9075-01D3-10FE-1FC0-EBE0A86A6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8095" y="-195264"/>
            <a:ext cx="119536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6164AAF5-8BA3-4C6E-0B51-05474E090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189" y="250031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43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1667E-F971-B09A-5F6C-2429D2C1A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2E1CA99-587D-8160-CBF6-F5151D0BFDB4}"/>
              </a:ext>
            </a:extLst>
          </p:cNvPr>
          <p:cNvSpPr/>
          <p:nvPr/>
        </p:nvSpPr>
        <p:spPr>
          <a:xfrm>
            <a:off x="659014" y="981383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378" name="Picture 18" descr="稀有咖啡杯 岩皮克敏">
            <a:extLst>
              <a:ext uri="{FF2B5EF4-FFF2-40B4-BE49-F238E27FC236}">
                <a16:creationId xmlns:a16="http://schemas.microsoft.com/office/drawing/2014/main" id="{557C4F17-DF51-7226-E5D8-320ED0B96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158" y="981583"/>
            <a:ext cx="208051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2" name="Picture 22" descr="稀有廚師帽 冰皮克敏">
            <a:extLst>
              <a:ext uri="{FF2B5EF4-FFF2-40B4-BE49-F238E27FC236}">
                <a16:creationId xmlns:a16="http://schemas.microsoft.com/office/drawing/2014/main" id="{BEC0375C-E686-9841-F972-E11F35F46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8095" y="-195264"/>
            <a:ext cx="119536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5CD2C490-1518-C86C-0D6B-98924671D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189" y="250031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68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38DD-572B-0F04-1BC6-009CFD38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42796BE-E7AB-B98F-A530-8C938FDA7104}"/>
              </a:ext>
            </a:extLst>
          </p:cNvPr>
          <p:cNvSpPr/>
          <p:nvPr/>
        </p:nvSpPr>
        <p:spPr>
          <a:xfrm>
            <a:off x="659014" y="981383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382" name="Picture 22" descr="稀有廚師帽 冰皮克敏">
            <a:extLst>
              <a:ext uri="{FF2B5EF4-FFF2-40B4-BE49-F238E27FC236}">
                <a16:creationId xmlns:a16="http://schemas.microsoft.com/office/drawing/2014/main" id="{01CEF5C1-5579-B02F-9D98-86C6035DC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734" y="981583"/>
            <a:ext cx="1195361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49D9D41A-0C86-48AC-BE52-129E9441F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189" y="250031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4026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02BD7-5411-A7C5-9AA5-07B5887FD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E32F361-ADDD-5CBB-A8C6-5D9A93908AD7}"/>
              </a:ext>
            </a:extLst>
          </p:cNvPr>
          <p:cNvSpPr/>
          <p:nvPr/>
        </p:nvSpPr>
        <p:spPr>
          <a:xfrm>
            <a:off x="659014" y="981383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384" name="Picture 24" descr="泡菜 冰皮克敏">
            <a:extLst>
              <a:ext uri="{FF2B5EF4-FFF2-40B4-BE49-F238E27FC236}">
                <a16:creationId xmlns:a16="http://schemas.microsoft.com/office/drawing/2014/main" id="{EBED9051-1509-BF6C-E118-FDD5E6CEC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283" y="981383"/>
            <a:ext cx="2046262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846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35F19-2548-6016-6F93-24151CF0B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AEAD8DD-F6C9-5000-36E9-09138429CD6B}"/>
              </a:ext>
            </a:extLst>
          </p:cNvPr>
          <p:cNvSpPr/>
          <p:nvPr/>
        </p:nvSpPr>
        <p:spPr>
          <a:xfrm>
            <a:off x="659014" y="826448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386" name="Picture 2" descr="稀有廚師帽 白皮克敏">
            <a:extLst>
              <a:ext uri="{FF2B5EF4-FFF2-40B4-BE49-F238E27FC236}">
                <a16:creationId xmlns:a16="http://schemas.microsoft.com/office/drawing/2014/main" id="{0B9D3561-2730-3B39-E338-E66D1E1F6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402" y="826648"/>
            <a:ext cx="145202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稀有咖啡杯 白皮克敏">
            <a:extLst>
              <a:ext uri="{FF2B5EF4-FFF2-40B4-BE49-F238E27FC236}">
                <a16:creationId xmlns:a16="http://schemas.microsoft.com/office/drawing/2014/main" id="{CBCC2AC1-8106-14FD-5441-BFDD318B3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063" y="3038475"/>
            <a:ext cx="2802414" cy="32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308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EF7EF-75F1-C2B5-294E-CB8ECF7B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F0C10EF-D73A-4F85-445B-11229AD5C127}"/>
              </a:ext>
            </a:extLst>
          </p:cNvPr>
          <p:cNvSpPr/>
          <p:nvPr/>
        </p:nvSpPr>
        <p:spPr>
          <a:xfrm>
            <a:off x="3039259" y="1642720"/>
            <a:ext cx="3250800" cy="325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A02B93C-710D-99B0-6498-D1C89D1D3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259" y="1642920"/>
            <a:ext cx="3250800" cy="32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35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0</Words>
  <Application>Microsoft Office PowerPoint</Application>
  <PresentationFormat>寬螢幕</PresentationFormat>
  <Paragraphs>0</Paragraphs>
  <Slides>30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錡陞 賴</dc:creator>
  <cp:lastModifiedBy>錡陞 賴</cp:lastModifiedBy>
  <cp:revision>2</cp:revision>
  <dcterms:created xsi:type="dcterms:W3CDTF">2026-04-16T09:39:35Z</dcterms:created>
  <dcterms:modified xsi:type="dcterms:W3CDTF">2026-04-17T23:41:19Z</dcterms:modified>
</cp:coreProperties>
</file>